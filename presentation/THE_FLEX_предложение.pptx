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6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280160"/>
            <a:ext cx="5120640" cy="5120640"/>
          </a:xfrm>
          <a:prstGeom prst="ellipse">
            <a:avLst/>
          </a:prstGeom>
          <a:ln w="19050">
            <a:solidFill>
              <a:srgbClr val="C9A66B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3291840"/>
            <a:ext cx="3840480" cy="3840480"/>
          </a:xfrm>
          <a:prstGeom prst="ellipse">
            <a:avLst/>
          </a:prstGeom>
          <a:ln w="15240">
            <a:solidFill>
              <a:srgbClr val="C98B8B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 ПО РАЗРАБОТКЕ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Новый сайт для
</a:t>
            </a:r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FLEX</a:t>
            </a:r>
            <a:pPr indent="0" marL="0">
              <a:lnSpc>
                <a:spcPct val="102000"/>
              </a:lnSpc>
              <a:buNone/>
            </a:pPr>
            <a:r>
              <a:rPr lang="en-US" sz="2200" b="1" baseline="30000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®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Премиальный женский фитнес заслуживает премиального сайта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5074920"/>
            <a:ext cx="0" cy="1097280"/>
          </a:xfrm>
          <a:prstGeom prst="line">
            <a:avLst/>
          </a:prstGeom>
          <a:noFill/>
          <a:ln w="25400">
            <a:solidFill>
              <a:srgbClr val="C9A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292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Имя Фамилия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9E96"/>
                </a:solidFill>
              </a:rPr>
              <a:t>DevOps-инженер · Fullstack-разработчик (front + back)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9E96"/>
                </a:solidFill>
              </a:rPr>
              <a:t>Разработка и запуск сайтов «под ключ»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0" y="6263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Новосибирск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6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 МНЕ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Кто будет делать ваш сайт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DevOps-инженер: каждый день отвечаю за то, чтобы сервисы работали быстро, стабильно и были доступны пользователям. В свободное время верстаю фронтенд и пишу бэкенд — и довожу проект до конца: от первой строки кода до сайта, открытого в интернете на собственном домене.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8920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9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Один человек закрывает весь цикл — без передачи задач между подрядчиками.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89320" y="1783080"/>
            <a:ext cx="5623560" cy="1325880"/>
          </a:xfrm>
          <a:prstGeom prst="roundRect">
            <a:avLst>
              <a:gd name="adj" fmla="val 6897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63640" y="2167128"/>
            <a:ext cx="566928" cy="566928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040880" y="194767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DevOps-инженерия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40880" y="235000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Серверы, развёртывание, надёжность и безопасность — моя основная работа.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89320" y="3264408"/>
            <a:ext cx="5623560" cy="1325880"/>
          </a:xfrm>
          <a:prstGeom prst="roundRect">
            <a:avLst>
              <a:gd name="adj" fmla="val 6897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3648456"/>
            <a:ext cx="566928" cy="566928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3648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0" y="34290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Fullstack-разработка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040880" y="383133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 (вёрстка, интерфейсы) и бэкенд (логика, данные, API).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4745736"/>
            <a:ext cx="5623560" cy="1325880"/>
          </a:xfrm>
          <a:prstGeom prst="roundRect">
            <a:avLst>
              <a:gd name="adj" fmla="val 6897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5129784"/>
            <a:ext cx="566928" cy="566928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5129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49103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Запуск с нуля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040880" y="531266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Разворачиваю сайт полностью: домен, HTTPS, хостинг — доступен из интернета.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6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ИЗУЧИЛ ВАШ ПРОЕКТ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Понимаю, для кого делаю сайт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FLEX® — сеть женских фитнес-клубов нового уровня. Сайт должен передавать этот премиальный характер.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420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95528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клуба в Новосибирске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3639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Зыряновская · Д. Ковальчук · Фрунзе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79392" y="237744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2E2624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25420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2628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направлений тренировок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3639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растяжки и пилатеса до кардио-бокса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10144" y="237744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38744" y="25420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256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57032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 обучения тренера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57032" y="3639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акцент на экспертизе и доверии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41655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95528" y="5166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тренировок ежедневно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5528" y="5513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плотное расписание мини-групп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79392" y="425196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2E2624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07992" y="441655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360°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4526280" y="5166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 к телу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26280" y="5513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диагностика, питание, массаж, онлайн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10144" y="425196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38744" y="441655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8257032" y="5166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закрытое сообщество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57032" y="5513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эксклюзивные события для участниц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6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ПОЛЬЗА ДЛЯ БИЗНЕСА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новый сайт даст клубу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9384"/>
            <a:ext cx="548640" cy="54864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9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89280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Онлайн-запись 24/7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892808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Клиентка записывается на тренировку сама, без звонков и переписки в мессенджерах.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34056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80360"/>
            <a:ext cx="548640" cy="54864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284378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Расписание онлайн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84378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Актуальные занятия по всем клубам в одном месте — меньше нагрузки на администраторов.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31336"/>
            <a:ext cx="548640" cy="54864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31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Продажа абонементов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37947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и продление прямо на сайте — выручка не теряется между визитами.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636008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782312"/>
            <a:ext cx="548640" cy="54864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82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474573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Скорость и мобильность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4745736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Быстрая загрузка на телефоне, где сидит почти вся аудитория клуба.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586984"/>
            <a:ext cx="11091672" cy="841248"/>
          </a:xfrm>
          <a:prstGeom prst="roundRect">
            <a:avLst>
              <a:gd name="adj" fmla="val 10870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733288"/>
            <a:ext cx="548640" cy="548640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733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54480" y="56967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Больше клиентов из поиска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46320" y="569671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Грамотное SEO приводит женщин, которые ищут фитнес в Новосибирске.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6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Я РАБОТАЮ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Весь сайт «под ключ» — один ответственный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Вам не нужно собирать команду из дизайнера, верстальщика, программиста и админа. Я закрываю всю цепочку сам.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755648" cy="2286000"/>
          </a:xfrm>
          <a:prstGeom prst="roundRect">
            <a:avLst>
              <a:gd name="adj" fmla="val 5208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3127248"/>
            <a:ext cx="585216" cy="585216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7" name="Text 5"/>
          <p:cNvSpPr/>
          <p:nvPr/>
        </p:nvSpPr>
        <p:spPr>
          <a:xfrm>
            <a:off x="1133856" y="31272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38862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Дизайн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бренд THE FLEX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86000" y="333756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368296" y="2834640"/>
            <a:ext cx="1755648" cy="2286000"/>
          </a:xfrm>
          <a:prstGeom prst="roundRect">
            <a:avLst>
              <a:gd name="adj" fmla="val 5208"/>
            </a:avLst>
          </a:prstGeom>
          <a:solidFill>
            <a:srgbClr val="2E2624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53512" y="3127248"/>
            <a:ext cx="585216" cy="585216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13" name="Text 11"/>
          <p:cNvSpPr/>
          <p:nvPr/>
        </p:nvSpPr>
        <p:spPr>
          <a:xfrm>
            <a:off x="2953512" y="31272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41448" y="38862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Фронтенд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459736" y="438912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вёрстка и интерфейс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05656" y="333756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187952" y="2834640"/>
            <a:ext cx="1755648" cy="2286000"/>
          </a:xfrm>
          <a:prstGeom prst="roundRect">
            <a:avLst>
              <a:gd name="adj" fmla="val 5208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73168" y="3127248"/>
            <a:ext cx="585216" cy="585216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19" name="Text 17"/>
          <p:cNvSpPr/>
          <p:nvPr/>
        </p:nvSpPr>
        <p:spPr>
          <a:xfrm>
            <a:off x="4773168" y="31272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61104" y="38862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Бэкенд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279392" y="438912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и данные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25312" y="333756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007608" y="2834640"/>
            <a:ext cx="1755648" cy="2286000"/>
          </a:xfrm>
          <a:prstGeom prst="roundRect">
            <a:avLst>
              <a:gd name="adj" fmla="val 5208"/>
            </a:avLst>
          </a:prstGeom>
          <a:solidFill>
            <a:srgbClr val="2E2624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92824" y="3127248"/>
            <a:ext cx="585216" cy="585216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25" name="Text 23"/>
          <p:cNvSpPr/>
          <p:nvPr/>
        </p:nvSpPr>
        <p:spPr>
          <a:xfrm>
            <a:off x="6592824" y="31272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080760" y="38862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Сервер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099048" y="438912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 и настройка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744968" y="333756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827264" y="2834640"/>
            <a:ext cx="1755648" cy="2286000"/>
          </a:xfrm>
          <a:prstGeom prst="roundRect">
            <a:avLst>
              <a:gd name="adj" fmla="val 5208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3127248"/>
            <a:ext cx="585216" cy="585216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31272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900416" y="38862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Домен · HTTPS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918704" y="438912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защищённый доступ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564624" y="3337560"/>
            <a:ext cx="155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9646920" y="2834640"/>
            <a:ext cx="1755648" cy="2286000"/>
          </a:xfrm>
          <a:prstGeom prst="roundRect">
            <a:avLst>
              <a:gd name="adj" fmla="val 5208"/>
            </a:avLst>
          </a:prstGeom>
          <a:solidFill>
            <a:srgbClr val="2E2624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32136" y="3127248"/>
            <a:ext cx="585216" cy="585216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37" name="Text 35"/>
          <p:cNvSpPr/>
          <p:nvPr/>
        </p:nvSpPr>
        <p:spPr>
          <a:xfrm>
            <a:off x="10232136" y="31272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720072" y="3886200"/>
            <a:ext cx="1609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Запуск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9738360" y="438912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в интернете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Без посредников и студий-перекупщиков — вы общаетесь напрямую с тем, кто делает сайт.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6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КАПОТОМ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Современные технологии и DevOps-надёжность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3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 фронтенд — корректно на телефоне, планшете и ПК</a:t>
            </a:r>
            <a:endParaRPr lang="en-US" sz="14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3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 и база данных под задачи клуба</a:t>
            </a:r>
            <a:endParaRPr lang="en-US" sz="14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3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онлайн-оплаты и интеграций</a:t>
            </a:r>
            <a:endParaRPr lang="en-US" sz="14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3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SEO-оптимизация и аналитика с первого дня</a:t>
            </a:r>
            <a:endParaRPr lang="en-US" sz="14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3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Чистый код, который можно развивать дальше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9632" y="182880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2E2624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DEVOPS-НАДЁЖНОСТЬ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19672" y="265176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3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деплой обновлений без простоя</a:t>
            </a:r>
            <a:endParaRPr lang="en-US" sz="14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3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Регулярные бэкапы — данные не потеряются</a:t>
            </a:r>
            <a:endParaRPr lang="en-US" sz="14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3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атак и спама в формах</a:t>
            </a:r>
            <a:endParaRPr lang="en-US" sz="14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3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доступности 24/7</a:t>
            </a:r>
            <a:endParaRPr lang="en-US" sz="14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3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аптайм — сайт работает, когда нужен клиенту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6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БУДЕТ УМЕТЬ САЙТ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Функции, которые работают на клуб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965960"/>
          </a:xfrm>
          <a:prstGeom prst="roundRect">
            <a:avLst>
              <a:gd name="adj" fmla="val 4651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848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66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67004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Запись и расписание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06324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Онлайн-запись на занятия, фильтр по клубу, направлению и тренеру.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88536" y="1828800"/>
            <a:ext cx="3593592" cy="1965960"/>
          </a:xfrm>
          <a:prstGeom prst="roundRect">
            <a:avLst>
              <a:gd name="adj" fmla="val 4651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20848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66B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44568" y="267004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Оплата абонементов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44568" y="306324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Покупка и продление онлайн, разные тарифы, промокоды.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28432" y="1828800"/>
            <a:ext cx="3593592" cy="1965960"/>
          </a:xfrm>
          <a:prstGeom prst="roundRect">
            <a:avLst>
              <a:gd name="adj" fmla="val 4651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20848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66B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84464" y="267004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Личный кабинет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84464" y="306324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тренировок, активный абонемент, напоминания.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59352"/>
            <a:ext cx="3593592" cy="1965960"/>
          </a:xfrm>
          <a:prstGeom prst="roundRect">
            <a:avLst>
              <a:gd name="adj" fmla="val 4651"/>
            </a:avLst>
          </a:prstGeom>
          <a:solidFill>
            <a:srgbClr val="2E2624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2153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66B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4800600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 и аналитика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4672" y="5193792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попадают в систему, видно источники клиентов и конверсию.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88536" y="3959352"/>
            <a:ext cx="3593592" cy="1965960"/>
          </a:xfrm>
          <a:prstGeom prst="roundRect">
            <a:avLst>
              <a:gd name="adj" fmla="val 4651"/>
            </a:avLst>
          </a:prstGeom>
          <a:solidFill>
            <a:srgbClr val="2E2624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44568" y="42153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66B"/>
          </a:solidFill>
          <a:ln/>
        </p:spPr>
      </p:sp>
      <p:sp>
        <p:nvSpPr>
          <p:cNvPr id="26" name="Text 24"/>
          <p:cNvSpPr/>
          <p:nvPr/>
        </p:nvSpPr>
        <p:spPr>
          <a:xfrm>
            <a:off x="4544568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44568" y="4800600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Уведомления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44568" y="5193792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Подтверждения и напоминания в Telegram / по SMS / на почту.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28432" y="3959352"/>
            <a:ext cx="3593592" cy="1965960"/>
          </a:xfrm>
          <a:prstGeom prst="roundRect">
            <a:avLst>
              <a:gd name="adj" fmla="val 4651"/>
            </a:avLst>
          </a:prstGeom>
          <a:solidFill>
            <a:srgbClr val="2E2624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84464" y="42153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66B"/>
          </a:solidFill>
          <a:ln/>
        </p:spPr>
      </p:sp>
      <p:sp>
        <p:nvSpPr>
          <p:cNvPr id="31" name="Text 29"/>
          <p:cNvSpPr/>
          <p:nvPr/>
        </p:nvSpPr>
        <p:spPr>
          <a:xfrm>
            <a:off x="8284464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84464" y="4800600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Удобная админка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84464" y="5193792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Контент, расписание и цены меняете сами, без программиста.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6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РАБОТ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Этапы и сроки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51560" y="2057400"/>
            <a:ext cx="0" cy="3182112"/>
          </a:xfrm>
          <a:prstGeom prst="line">
            <a:avLst/>
          </a:prstGeom>
          <a:noFill/>
          <a:ln w="25400">
            <a:solidFill>
              <a:srgbClr val="3A31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837944"/>
            <a:ext cx="585216" cy="585216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8379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Анализ и дизайн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167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недели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0" y="180136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Изучаю задачи, собираю структуру, рисую макеты под бренд.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58952" y="2587752"/>
            <a:ext cx="585216" cy="585216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5877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5328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Вёрстка фронтенда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00200" y="29169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недели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0" y="2551176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Адаптивные страницы, анимация, мобильная версия.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58952" y="3337560"/>
            <a:ext cx="585216" cy="585216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33375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2826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Бэкенд и функции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36667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недели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0" y="3300984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Запись, оплата, личный кабинет, интеграции, админка.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8952" y="4087368"/>
            <a:ext cx="585216" cy="585216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40873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403250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Инфраструктура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00200" y="4416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неделя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0" y="405079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Сервер, домен, HTTPS, бэкапы, мониторинг, защита.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58952" y="4837176"/>
            <a:ext cx="585216" cy="585216"/>
          </a:xfrm>
          <a:prstGeom prst="ellipse">
            <a:avLst/>
          </a:prstGeom>
          <a:solidFill>
            <a:srgbClr val="C9A66B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" y="48371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00200" y="47823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 и передача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600200" y="5166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неделя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943600" y="48006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Тестирование, наполнение, обучение, запуск.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852160" y="5824728"/>
            <a:ext cx="5788152" cy="731520"/>
          </a:xfrm>
          <a:prstGeom prst="roundRect">
            <a:avLst>
              <a:gd name="adj" fmla="val 12500"/>
            </a:avLst>
          </a:prstGeom>
          <a:solidFill>
            <a:srgbClr val="2E2624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582472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Итого ориентировочно:  </a:t>
            </a:r>
            <a:pPr indent="0" marL="0">
              <a:buNone/>
            </a:pPr>
            <a:r>
              <a:rPr lang="en-US" sz="150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7–10 недель</a:t>
            </a:r>
            <a:pPr indent="0" marL="0">
              <a:buNone/>
            </a:pPr>
            <a:r>
              <a:rPr lang="en-US" sz="1500" dirty="0">
                <a:solidFill>
                  <a:srgbClr val="A99E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до запуска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51560" y="587044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 уточняются после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согласования объёма функций.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6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МНЕ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этот проект можно доверить мне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1965960"/>
          </a:xfrm>
          <a:prstGeom prst="roundRect">
            <a:avLst>
              <a:gd name="adj" fmla="val 4651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603504" cy="603504"/>
          </a:xfrm>
          <a:prstGeom prst="ellipse">
            <a:avLst/>
          </a:prstGeom>
          <a:solidFill>
            <a:srgbClr val="C98B8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1945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Один ответственный за результат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91640" y="289864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Дизайн, код и сервер в одних руках — некому перекладывать ответственность.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53912" y="1874520"/>
            <a:ext cx="5486400" cy="1965960"/>
          </a:xfrm>
          <a:prstGeom prst="roundRect">
            <a:avLst>
              <a:gd name="adj" fmla="val 4651"/>
            </a:avLst>
          </a:prstGeom>
          <a:solidFill>
            <a:srgbClr val="2E2624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194560"/>
            <a:ext cx="603504" cy="603504"/>
          </a:xfrm>
          <a:prstGeom prst="ellipse">
            <a:avLst/>
          </a:prstGeom>
          <a:solidFill>
            <a:srgbClr val="C98B8B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21945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96912" y="21945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Инженерная стабильность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296912" y="2898648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 DevOps означает: сайт не «упадёт» в самый нужный момент и защищён.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5486400" cy="1965960"/>
          </a:xfrm>
          <a:prstGeom prst="roundRect">
            <a:avLst>
              <a:gd name="adj" fmla="val 4651"/>
            </a:avLst>
          </a:prstGeom>
          <a:solidFill>
            <a:srgbClr val="2E2624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325112"/>
            <a:ext cx="603504" cy="603504"/>
          </a:xfrm>
          <a:prstGeom prst="ellipse">
            <a:avLst/>
          </a:prstGeom>
          <a:solidFill>
            <a:srgbClr val="C98B8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251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432511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Прозрачность на каждом шаге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91640" y="502920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Показываю промежуточный результат, объясняю решения простыми словами.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53912" y="4005072"/>
            <a:ext cx="5486400" cy="1965960"/>
          </a:xfrm>
          <a:prstGeom prst="roundRect">
            <a:avLst>
              <a:gd name="adj" fmla="val 4651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4325112"/>
            <a:ext cx="603504" cy="603504"/>
          </a:xfrm>
          <a:prstGeom prst="ellipse">
            <a:avLst/>
          </a:prstGeom>
          <a:solidFill>
            <a:srgbClr val="C98B8B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43251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6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96912" y="432511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C9A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Поддержка после запуска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296912" y="502920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исчезаю после сдачи — обновления, доработки и помощь остаются за мной.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6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017520"/>
            <a:ext cx="4754880" cy="4754880"/>
          </a:xfrm>
          <a:prstGeom prst="ellipse">
            <a:avLst/>
          </a:prstGeom>
          <a:ln w="19050">
            <a:solidFill>
              <a:srgbClr val="C9A66B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-1463040"/>
            <a:ext cx="4572000" cy="4572000"/>
          </a:xfrm>
          <a:prstGeom prst="ellipse">
            <a:avLst/>
          </a:prstGeom>
          <a:ln w="15240">
            <a:solidFill>
              <a:srgbClr val="C98B8B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НАЧАТЬ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087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Давайте обсудим ваш новый сайт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306324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8B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Покажу примеры, отвечу на вопросы и предложу решение под задачи THE FLEX®.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2328" y="411480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2328" y="4279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2328" y="4590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 (___) ___-__-__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9928" y="411480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49928" y="4279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49928" y="4590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@username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07528" y="4114800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26201F"/>
          </a:solidFill>
          <a:ln w="12700">
            <a:solidFill>
              <a:srgbClr val="3A31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7528" y="4279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9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07528" y="459028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EC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you@email.com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A9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Фамилия · DevOps-инженер · Fullstack-разработчик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2026-06-07T17:28:22Z</dcterms:created>
  <dcterms:modified xsi:type="dcterms:W3CDTF">2026-06-07T17:28:22Z</dcterms:modified>
</cp:coreProperties>
</file>